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265" r:id="rId6"/>
    <p:sldId id="267" r:id="rId7"/>
    <p:sldId id="268" r:id="rId8"/>
    <p:sldId id="269" r:id="rId9"/>
    <p:sldId id="270" r:id="rId10"/>
    <p:sldId id="257" r:id="rId11"/>
    <p:sldId id="271" r:id="rId12"/>
    <p:sldId id="272" r:id="rId13"/>
    <p:sldId id="273" r:id="rId14"/>
    <p:sldId id="274" r:id="rId15"/>
    <p:sldId id="258" r:id="rId16"/>
    <p:sldId id="259" r:id="rId17"/>
    <p:sldId id="260" r:id="rId18"/>
    <p:sldId id="261" r:id="rId19"/>
    <p:sldId id="262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BC5F0-AA05-485E-AB86-C52C8AD65A3E}" v="3" dt="2025-11-21T09:57:27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5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2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0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8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3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6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1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4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5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88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5411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37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72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8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6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004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inq/get-started/write-linq-queries" TargetMode="External"/><Relationship Id="rId2" Type="http://schemas.openxmlformats.org/officeDocument/2006/relationships/hyperlink" Target="https://bb.com.tr/en/blog/software-development/storing-data-in-the-browser-localstorage-sessionstorage-and-cook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5E16-BE03-3B7C-85D5-B4490653F9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PROG6212_POE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0F350-F843-C9EB-3624-808B2ECDC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By ST10328767_Anelisiwe Matsotsi</a:t>
            </a:r>
          </a:p>
        </p:txBody>
      </p:sp>
    </p:spTree>
    <p:extLst>
      <p:ext uri="{BB962C8B-B14F-4D97-AF65-F5344CB8AC3E}">
        <p14:creationId xmlns:p14="http://schemas.microsoft.com/office/powerpoint/2010/main" val="95310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7BA1-0B61-3643-B958-9EFD57FD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features for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04D8-CA6D-A257-D141-E9D96B765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Login for each user.</a:t>
            </a:r>
          </a:p>
          <a:p>
            <a:r>
              <a:rPr lang="en-ZA" dirty="0"/>
              <a:t>HR creates user profiles and generates a report.</a:t>
            </a:r>
          </a:p>
          <a:p>
            <a:r>
              <a:rPr lang="en-ZA" dirty="0"/>
              <a:t>Lecturer does not manually input rate the rate is pulled from what the HR input when creating the profile.</a:t>
            </a:r>
          </a:p>
          <a:p>
            <a:r>
              <a:rPr lang="en-ZA" dirty="0"/>
              <a:t>Validation is added so that the amount of hours can not be more than 180 a month.</a:t>
            </a:r>
          </a:p>
          <a:p>
            <a:r>
              <a:rPr lang="en-ZA" dirty="0"/>
              <a:t>Auto calculates the total amount (salary) using the hourly rate when hours are submitted by lecturer.</a:t>
            </a:r>
          </a:p>
        </p:txBody>
      </p:sp>
    </p:spTree>
    <p:extLst>
      <p:ext uri="{BB962C8B-B14F-4D97-AF65-F5344CB8AC3E}">
        <p14:creationId xmlns:p14="http://schemas.microsoft.com/office/powerpoint/2010/main" val="4282129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AD59-6926-073D-D07C-BB794220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52D2-A256-8248-6B0C-E2B9A5439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Handles all user authentication (logging in and logging out).</a:t>
            </a:r>
          </a:p>
          <a:p>
            <a:r>
              <a:rPr lang="en-ZA" dirty="0"/>
              <a:t>Verifies a user’s identity and then directs the to the correct part of the application (e.g., Lecturer, HR, Coordinator, Manager).</a:t>
            </a:r>
          </a:p>
          <a:p>
            <a:r>
              <a:rPr lang="en-ZA" dirty="0"/>
              <a:t>Sessions are used as a temporary storage to remember information about the user while they are browsing the website (B&amp;B BILISIM, 2025).</a:t>
            </a:r>
          </a:p>
        </p:txBody>
      </p:sp>
    </p:spTree>
    <p:extLst>
      <p:ext uri="{BB962C8B-B14F-4D97-AF65-F5344CB8AC3E}">
        <p14:creationId xmlns:p14="http://schemas.microsoft.com/office/powerpoint/2010/main" val="228433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F2BE-8001-F970-2850-B55BB3ED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Login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DAB362-913E-D747-BAE3-425F8FE93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00" y="1686640"/>
            <a:ext cx="8760413" cy="3484720"/>
          </a:xfrm>
        </p:spPr>
      </p:pic>
    </p:spTree>
    <p:extLst>
      <p:ext uri="{BB962C8B-B14F-4D97-AF65-F5344CB8AC3E}">
        <p14:creationId xmlns:p14="http://schemas.microsoft.com/office/powerpoint/2010/main" val="218277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AB975-F799-BC18-DE3E-4C9489452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4" y="792480"/>
            <a:ext cx="8778122" cy="50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9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C9E8-124C-96CD-E3E6-02284713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4434-D51F-166D-694E-952F4EBB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 CONTROLLER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15E20-9E9C-AD40-34AD-B893B8ABA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Purpose:</a:t>
            </a:r>
          </a:p>
          <a:p>
            <a:pPr lvl="1"/>
            <a:r>
              <a:rPr lang="en-ZA" dirty="0"/>
              <a:t>Allows HR staff to manage accounts and generate detailed financial reports.</a:t>
            </a:r>
          </a:p>
          <a:p>
            <a:r>
              <a:rPr lang="en-ZA" dirty="0"/>
              <a:t>Responsibilities:</a:t>
            </a:r>
          </a:p>
          <a:p>
            <a:pPr lvl="1"/>
            <a:r>
              <a:rPr lang="en-ZA" dirty="0"/>
              <a:t>Create and edit user accounts</a:t>
            </a:r>
          </a:p>
          <a:p>
            <a:pPr lvl="1"/>
            <a:r>
              <a:rPr lang="en-ZA" dirty="0"/>
              <a:t>Generate reports on claims and payment</a:t>
            </a:r>
          </a:p>
          <a:p>
            <a:pPr lvl="1"/>
            <a:r>
              <a:rPr lang="en-ZA" dirty="0"/>
              <a:t>Create and download PDF reports and invoices</a:t>
            </a:r>
          </a:p>
        </p:txBody>
      </p:sp>
    </p:spTree>
    <p:extLst>
      <p:ext uri="{BB962C8B-B14F-4D97-AF65-F5344CB8AC3E}">
        <p14:creationId xmlns:p14="http://schemas.microsoft.com/office/powerpoint/2010/main" val="3643528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Role-Based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HRController</a:t>
            </a:r>
            <a:r>
              <a:rPr dirty="0"/>
              <a:t> restricts actions using </a:t>
            </a:r>
            <a:r>
              <a:rPr dirty="0" err="1"/>
              <a:t>HttpContext.Session</a:t>
            </a:r>
            <a:endParaRPr dirty="0"/>
          </a:p>
          <a:p>
            <a:r>
              <a:rPr dirty="0"/>
              <a:t> Ensures only HR users can access sensitive operations</a:t>
            </a:r>
          </a:p>
          <a:p>
            <a:r>
              <a:rPr dirty="0"/>
              <a:t> Protects system integrity (Troelsen &amp; </a:t>
            </a:r>
            <a:r>
              <a:rPr dirty="0" err="1"/>
              <a:t>Japikse</a:t>
            </a:r>
            <a:r>
              <a:rPr dirty="0"/>
              <a:t>, 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D534-8B25-FB55-DEDF-4B8C4F94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 controller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4CA8B-AF40-41B7-56E4-DB310CEA1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176" y="2095500"/>
            <a:ext cx="7103710" cy="3695700"/>
          </a:xfrm>
        </p:spPr>
      </p:pic>
    </p:spTree>
    <p:extLst>
      <p:ext uri="{BB962C8B-B14F-4D97-AF65-F5344CB8AC3E}">
        <p14:creationId xmlns:p14="http://schemas.microsoft.com/office/powerpoint/2010/main" val="2257795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ECC8AFD-113C-3B75-A224-2717F30B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7" y="682752"/>
            <a:ext cx="7071973" cy="46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0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C943-51A0-8189-DD72-F1439050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A50E894-D853-B4B5-3C1A-DA8828A1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0" y="22565"/>
            <a:ext cx="8566722" cy="3406435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A3A720B-BF74-C413-F776-D5B791C2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10" y="3331290"/>
            <a:ext cx="8566722" cy="34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0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5728-2F0E-9A9A-C735-C936C072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96ABE2-84E5-2189-81F4-0D6F88842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25" y="0"/>
            <a:ext cx="7389351" cy="3718882"/>
          </a:xfrm>
          <a:prstGeom prst="rect">
            <a:avLst/>
          </a:prstGeom>
        </p:spPr>
      </p:pic>
      <p:pic>
        <p:nvPicPr>
          <p:cNvPr id="6" name="Picture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30B0D6BE-4750-5D05-07BC-19CE13A0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5" y="3718882"/>
            <a:ext cx="7389351" cy="313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76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Account &amp; Lecturer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HR can create and edit accounts</a:t>
            </a:r>
          </a:p>
          <a:p>
            <a:r>
              <a:rPr dirty="0"/>
              <a:t>EF Core used for relational data and navigation loading</a:t>
            </a:r>
          </a:p>
          <a:p>
            <a:r>
              <a:rPr dirty="0"/>
              <a:t> Lecturer entity auto-created when role == Lecturer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Uses advanced LINQ filtering, grouping &amp; aggregation</a:t>
            </a:r>
          </a:p>
          <a:p>
            <a:r>
              <a:rPr dirty="0"/>
              <a:t> Monthly summaries created with </a:t>
            </a:r>
            <a:r>
              <a:rPr dirty="0" err="1"/>
              <a:t>GroupBy</a:t>
            </a:r>
            <a:r>
              <a:rPr dirty="0"/>
              <a:t> (Microsoft, 2025)</a:t>
            </a:r>
          </a:p>
          <a:p>
            <a:r>
              <a:rPr dirty="0"/>
              <a:t>Top lecturers sorted using financial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PDF Exporting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Reports and invoices generated using </a:t>
            </a:r>
            <a:r>
              <a:rPr dirty="0" err="1"/>
              <a:t>StringWriter</a:t>
            </a:r>
            <a:endParaRPr dirty="0"/>
          </a:p>
          <a:p>
            <a:r>
              <a:rPr dirty="0"/>
              <a:t>UTF-8 encoded into downloadable PDF text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LINQ Processing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Summaries: claims.GroupBy(c =&gt; c.Month)</a:t>
            </a:r>
          </a:p>
          <a:p>
            <a:r>
              <a:t>• Aggregations: Sum, Count, Average</a:t>
            </a:r>
          </a:p>
          <a:p>
            <a:r>
              <a:t>• Filtering: Where(c =&gt; c.ClaimStatus == "Approved")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System Workflow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HR logs in</a:t>
            </a:r>
          </a:p>
          <a:p>
            <a:r>
              <a:t>2. HRController validates session</a:t>
            </a:r>
          </a:p>
          <a:p>
            <a:r>
              <a:t>3. HR manages accounts &amp; lecturers</a:t>
            </a:r>
          </a:p>
          <a:p>
            <a:r>
              <a:t>4. Claims processed → Reports generated</a:t>
            </a:r>
          </a:p>
          <a:p>
            <a:r>
              <a:t>5. PDF exports available for all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5990-AC9B-A85F-1739-E1DAB6F9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BA49-10F9-0456-BB13-664FDA63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 list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48D99-B4AB-FFC6-377D-453FBDAEB57C}"/>
              </a:ext>
            </a:extLst>
          </p:cNvPr>
          <p:cNvSpPr>
            <a:spLocks/>
          </p:cNvSpPr>
          <p:nvPr>
            <p:ph idx="1"/>
          </p:nvPr>
        </p:nvSpPr>
        <p:spPr>
          <a:xfrm>
            <a:off x="685346" y="1780032"/>
            <a:ext cx="7765322" cy="4913376"/>
          </a:xfrm>
        </p:spPr>
        <p:txBody>
          <a:bodyPr>
            <a:normAutofit/>
          </a:bodyPr>
          <a:lstStyle/>
          <a:p>
            <a:r>
              <a:rPr lang="en-ZA" dirty="0"/>
              <a:t>B&amp;B BILISIM.2025. </a:t>
            </a:r>
            <a:r>
              <a:rPr lang="en-US" dirty="0"/>
              <a:t>Storing Data in the Browser: </a:t>
            </a:r>
            <a:r>
              <a:rPr lang="en-US" dirty="0" err="1"/>
              <a:t>localStorage</a:t>
            </a:r>
            <a:r>
              <a:rPr lang="en-US" dirty="0"/>
              <a:t>, </a:t>
            </a:r>
            <a:r>
              <a:rPr lang="en-US" dirty="0" err="1"/>
              <a:t>sessionStorage</a:t>
            </a:r>
            <a:r>
              <a:rPr lang="en-US" dirty="0"/>
              <a:t>, and Cookies. [online]. Available at: &lt;</a:t>
            </a:r>
            <a:r>
              <a:rPr lang="en-US" dirty="0">
                <a:hlinkClick r:id="rId2"/>
              </a:rPr>
              <a:t>https://bb.com.tr/en/blog/software-development/storing-data-in-the-browser-localstorage-sessionstorage-and-cookies</a:t>
            </a:r>
            <a:r>
              <a:rPr lang="en-US" dirty="0"/>
              <a:t>&gt;. [Accessed 16 November 2025].</a:t>
            </a:r>
          </a:p>
          <a:p>
            <a:r>
              <a:rPr lang="en-US" dirty="0"/>
              <a:t>Microsoft. 2025.Write C# LINQ queries to query data. [online]. Available at: &lt;</a:t>
            </a:r>
            <a:r>
              <a:rPr lang="en-US" dirty="0">
                <a:hlinkClick r:id="rId3"/>
              </a:rPr>
              <a:t>https://learn.microsoft.com/en-us/dotnet/csharp/linq/get-started/write-linq-queries</a:t>
            </a:r>
            <a:r>
              <a:rPr lang="en-US" dirty="0"/>
              <a:t>&gt;.Accessed 19 November 2025].</a:t>
            </a:r>
          </a:p>
          <a:p>
            <a:r>
              <a:rPr lang="en-US" dirty="0" err="1"/>
              <a:t>Troelsen,A</a:t>
            </a:r>
            <a:r>
              <a:rPr lang="en-US" dirty="0"/>
              <a:t>. and </a:t>
            </a:r>
            <a:r>
              <a:rPr lang="en-US" dirty="0" err="1"/>
              <a:t>Japikse</a:t>
            </a:r>
            <a:r>
              <a:rPr lang="en-US" dirty="0"/>
              <a:t>, P. 2021.Pro C# 9 with .NET 5:Foundational Principles and Practices in Programming. 10th </a:t>
            </a:r>
            <a:r>
              <a:rPr lang="en-US" dirty="0" err="1"/>
              <a:t>ed.Apress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30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4CF1505E2294490A493A07CDF485C" ma:contentTypeVersion="13" ma:contentTypeDescription="Create a new document." ma:contentTypeScope="" ma:versionID="b60b48f0887c1ea64b6eec9bb2d61374">
  <xsd:schema xmlns:xsd="http://www.w3.org/2001/XMLSchema" xmlns:xs="http://www.w3.org/2001/XMLSchema" xmlns:p="http://schemas.microsoft.com/office/2006/metadata/properties" xmlns:ns3="3dc58708-1b7a-46f8-92fe-a73a721a139e" xmlns:ns4="15ef156f-d9c9-4797-a427-ffa547ae9a1e" targetNamespace="http://schemas.microsoft.com/office/2006/metadata/properties" ma:root="true" ma:fieldsID="2b260bec08969a91cf2c60ab9b7c3c5b" ns3:_="" ns4:_="">
    <xsd:import namespace="3dc58708-1b7a-46f8-92fe-a73a721a139e"/>
    <xsd:import namespace="15ef156f-d9c9-4797-a427-ffa547ae9a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58708-1b7a-46f8-92fe-a73a721a13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ef156f-d9c9-4797-a427-ffa547ae9a1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dc58708-1b7a-46f8-92fe-a73a721a139e" xsi:nil="true"/>
  </documentManagement>
</p:properties>
</file>

<file path=customXml/itemProps1.xml><?xml version="1.0" encoding="utf-8"?>
<ds:datastoreItem xmlns:ds="http://schemas.openxmlformats.org/officeDocument/2006/customXml" ds:itemID="{C7F976F5-A449-40EB-A109-72650BC237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58708-1b7a-46f8-92fe-a73a721a139e"/>
    <ds:schemaRef ds:uri="15ef156f-d9c9-4797-a427-ffa547ae9a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4A8CD4-7549-446E-9F67-0A7C20E789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ED2A0D-8B77-4C9E-99EC-53C032767FB2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  <ds:schemaRef ds:uri="3dc58708-1b7a-46f8-92fe-a73a721a139e"/>
    <ds:schemaRef ds:uri="http://purl.org/dc/elements/1.1/"/>
    <ds:schemaRef ds:uri="15ef156f-d9c9-4797-a427-ffa547ae9a1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630</TotalTime>
  <Words>505</Words>
  <Application>Microsoft Office PowerPoint</Application>
  <PresentationFormat>On-screen Show (4:3)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Rockwell</vt:lpstr>
      <vt:lpstr>Damask</vt:lpstr>
      <vt:lpstr>PROG6212_POE</vt:lpstr>
      <vt:lpstr>Key features for part 3</vt:lpstr>
      <vt:lpstr>LOGIN</vt:lpstr>
      <vt:lpstr>Login code</vt:lpstr>
      <vt:lpstr>PowerPoint Presentation</vt:lpstr>
      <vt:lpstr>HR CONTROLLER</vt:lpstr>
      <vt:lpstr>1. Role-Based Access Control</vt:lpstr>
      <vt:lpstr>Hr controller code</vt:lpstr>
      <vt:lpstr>PowerPoint Presentation</vt:lpstr>
      <vt:lpstr>PowerPoint Presentation</vt:lpstr>
      <vt:lpstr>PowerPoint Presentation</vt:lpstr>
      <vt:lpstr>2. Account &amp; Lecturer Management</vt:lpstr>
      <vt:lpstr>3. Report Generation</vt:lpstr>
      <vt:lpstr>4. PDF Exporting</vt:lpstr>
      <vt:lpstr>5. LINQ Processing Examples</vt:lpstr>
      <vt:lpstr>6. System Workflow Summary</vt:lpstr>
      <vt:lpstr>Reference 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ST10328767</dc:creator>
  <cp:keywords/>
  <dc:description>generated using python-pptx</dc:description>
  <cp:lastModifiedBy>Anelisiwe Matsotsi</cp:lastModifiedBy>
  <cp:revision>3</cp:revision>
  <dcterms:created xsi:type="dcterms:W3CDTF">2013-01-27T09:14:16Z</dcterms:created>
  <dcterms:modified xsi:type="dcterms:W3CDTF">2025-11-21T09:57:27Z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0x0101002F74CF1505E2294490A493A07CDF485C</vt:lpwstr>
  </property>
</Properties>
</file>